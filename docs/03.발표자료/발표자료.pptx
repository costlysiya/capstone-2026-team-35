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EA967-0415-73FE-EBAF-3DBD08AB5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E24155-8289-2620-1172-9FB0A760E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ABF9C-4D76-6D31-F745-075FC6E5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89FF5-2C7A-B6D8-5576-9F882B6E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2B5C3-D18D-7946-194F-7C0B9C62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91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D1CF3-0F01-5EE9-6995-4EDCC78B2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AD6F4-D322-E31A-2235-92BDDC9F8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7F5476-476B-574A-9A75-9212A560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DE47C5-F65A-4F71-1376-639743B6D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06BB36-3A98-193C-50E8-FA40CC97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6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B2674-7BD1-6BFE-73EF-ECAED5A3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F72248-99D8-A37D-EA30-27B5DD37D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F95BD8-EFAD-585A-D84C-618CDC40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B0F116-E14E-552B-AD2B-BD3E3AAC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49253C-EF55-3372-CE61-C75E95D1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14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AB4EE-A3EC-57DD-CB27-27A47037D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0CADE-ABD5-5B4D-03C4-144EB69E1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6C8016-56BF-990F-A799-7DD66AD50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7DDB92-3656-644A-777C-913567AE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03E406-8766-E9F0-B7F6-C0D61009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4B6381-AC5C-CE49-1861-24FBB395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300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9F4C69-2F21-9447-054D-7A5A204EF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205A04-E161-5232-B8DF-725B6C52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022CFF-35CB-AE27-37D7-AD74F7AA9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BCD27E-5A21-55BD-1C66-E81B08A9A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304D52-0730-2330-BFB5-DC1E3998C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60A0BD-AC93-3EA6-AD48-03B3B2892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CE37618-2ECB-1CF0-D489-785C7993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FA0373-C767-5E80-BB38-82EBB19D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39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D1080-28A2-B600-2C89-5818AD05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4AFC4A-40CC-FCE6-2203-72150C6A9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7C80CE-CF49-C09B-501E-1EDFFA1A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3FE912-1F93-46AF-9A7E-E7FCCB88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744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D0F89D-D35B-33A0-0F19-125A7591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5F3357-0A1D-2693-2C79-33672D82D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0F11F3-0879-50F4-30A3-658A114B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0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31F7D-52F0-A623-3D53-F223DC397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42433-D9A6-13F2-3F27-3748CB190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841396-2013-2720-C9C4-44E66F2A8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5302F2-4B32-61FF-0806-23CAEB5E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82F901-98BD-4A8F-EDB9-8D712ED93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FC2F71-09CB-9F06-45E1-217D9E3C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83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B312C-4889-FA64-95D3-332B0508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B7B8BE-7B26-36AC-45D1-A024ABB0D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7106A3-27E0-9EBD-D23D-5AB6EED78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2E5CA4-6DDE-15C1-C97B-AA5DA622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1561EC-4845-37A2-7DE5-8BB07DA53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1B9029-184A-8D44-C269-D80B1120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22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A47E6-1188-2B40-A447-0534D1ED4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595585-CA24-A429-A26A-2BCC7AB0C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BA0EC3-3B31-182F-269E-F5349543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FCE63F-EE00-251C-E234-D511A00F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475244-8DBF-C11D-B49B-65BACFBB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221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8FD911-7159-4D6C-DA11-CABEACBE7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ED1B4-6EC3-AE3F-BDBD-0E0E52FA1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E42894-7F14-69B5-F443-8FB2462C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071E03-FA60-4BAD-F866-47221C46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4F80DC-FEB6-6D9D-3316-124E51E1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05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1E7E16-3D45-3331-8400-B1334711C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A7898A-2DD4-3FC6-1B22-F8101E797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1AE6C8-907F-1971-9E28-FA0996FDD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12874-8206-41A6-918F-A7BE87B49BB9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4ECCD-DE00-2D6F-45DC-997BFD131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234F8-B1A1-8193-022B-3D92C737C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96A9E-FD8E-457E-AFE1-D012DAEFB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83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0BC9C-EB11-8819-2DE3-7FC0E51ADB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324F74-32FA-20EC-1CAC-D06042E56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624770B-9394-B99D-4853-3DE22DF074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6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9921C-5CFB-E0D9-2EAB-F71202F4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163A80-93EC-6EDC-8751-B9A1C2DDA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454DDAC8-F28F-C149-0EAE-3A0D066286F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841"/>
            <a:ext cx="12192000" cy="685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1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322C-38F8-A71A-C73C-75AE7BA7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35FD1-AC24-B695-1C1B-B7248BB7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F6FE7A-49FC-65ED-5F28-980568355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9024FBC2-46CD-1D3E-20BB-8D864FC22C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" y="-1"/>
            <a:ext cx="12189014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95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9281-4C60-63B3-7C6E-B99CC20AC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ECC2D-F57F-CE44-332A-F80364D2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85362-0364-DD6A-209C-B9C5FD46D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559C46E5-5C71-3E53-BFF4-410BE74FAC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63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BAA2-9C78-ECB2-5CAB-BE42B0E9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AAD7F-1DDA-5657-130D-97A9C88D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78018-DD9E-6FDA-E05A-F86B9BF2A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C27BB4F6-64C6-0DD8-0D00-839BB8049C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5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98A84-015E-BF66-9545-51E936F58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65B3B-ABC6-0FB1-F60E-F36CCE5A9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9A9DC4-6FFE-4428-0DDA-F7C5E4429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B10CE5DD-4EA4-1473-5180-1AE9C17785A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7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0D399-6A27-3A47-D276-7985A9D4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C6520-A726-3638-D4F9-CA14C5B4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4140A-36DA-939E-0461-E162A0C3D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553DC219-4C4E-79A7-FA13-169662E820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33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2239-0AC9-6E3A-3803-63239E5F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28BBF-E4FA-8CCF-30FC-0414DD0B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8F313C-096E-ED3D-5110-97253CDEB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6FD3C128-1013-FE93-70FD-71D97D75C9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33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608CA-479A-4FC2-B86F-20C4C7FBF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5294C-0493-7C82-2388-D05B9BA1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DF2F9E-FE2D-11F3-1D70-D46D7A037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6BE14E55-B016-7733-B4D6-D89D397241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92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DE24-9C9C-8A6A-9C2A-A9754022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45EB5-E285-440A-7542-786507A3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3E8CC-80A9-3384-C81A-63FE0F315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26F7E21F-D288-D343-8FA3-E29E6EBAAB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13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7122A-B692-CCEF-1F31-DF15965E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89637-8B18-E721-95F4-AE2C48BC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2F71DA-4AB0-9DC7-EF55-C6E796321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B4E42A68-2D82-5910-3CC9-25A71687A4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17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BCB8-12B5-A5A0-6C4C-A386F163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42D21-67BA-8873-E512-5906D96D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55503-9A12-CB6B-C024-B1ED815F3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4C32FAF8-C439-B452-3D41-C965BFB9D1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551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E95E-227B-290B-713B-69B8580A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5E3D1-18D6-572F-6A0D-07070C8E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D9351-7CFD-C882-11CC-48FEB80A2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ACED6E21-FADE-EA94-7BE0-D8565706AF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49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08A64-B7A4-CA9F-46C8-265D2452A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E4D7A-C6E6-95C9-DBE9-ABE32BC4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A72B5-7DDB-0AFB-530A-E7A2748FF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C8FCD4F7-39C0-ABDC-7C3C-E29ED8884B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472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754DA-B485-7696-F620-68123E597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E9482-A340-8DD6-F7D1-40FB2C3C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443CDD-E338-1522-DF23-920B48871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5089C6AE-E13A-0FAC-288F-C89AEDA962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1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와이드스크린</PresentationFormat>
  <Paragraphs>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다은 공</dc:creator>
  <cp:lastModifiedBy>다은 공</cp:lastModifiedBy>
  <cp:revision>1</cp:revision>
  <dcterms:created xsi:type="dcterms:W3CDTF">2026-09-18T13:50:04Z</dcterms:created>
  <dcterms:modified xsi:type="dcterms:W3CDTF">2026-09-18T13:55:37Z</dcterms:modified>
</cp:coreProperties>
</file>